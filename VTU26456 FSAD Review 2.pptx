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60" d="100"/>
          <a:sy n="60" d="100"/>
        </p:scale>
        <p:origin x="14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madisetty mohith" userId="dcf4cd7b9224ec9a" providerId="LiveId" clId="{80BC5271-2EF7-4AC7-9212-08AF10325BF1}"/>
    <pc:docChg chg="custSel modSld">
      <pc:chgData name="immadisetty mohith" userId="dcf4cd7b9224ec9a" providerId="LiveId" clId="{80BC5271-2EF7-4AC7-9212-08AF10325BF1}" dt="2026-04-20T05:35:38.638" v="117" actId="20577"/>
      <pc:docMkLst>
        <pc:docMk/>
      </pc:docMkLst>
      <pc:sldChg chg="modSp mod">
        <pc:chgData name="immadisetty mohith" userId="dcf4cd7b9224ec9a" providerId="LiveId" clId="{80BC5271-2EF7-4AC7-9212-08AF10325BF1}" dt="2026-04-20T05:35:38.638" v="117" actId="20577"/>
        <pc:sldMkLst>
          <pc:docMk/>
          <pc:sldMk cId="0" sldId="256"/>
        </pc:sldMkLst>
        <pc:spChg chg="mod">
          <ac:chgData name="immadisetty mohith" userId="dcf4cd7b9224ec9a" providerId="LiveId" clId="{80BC5271-2EF7-4AC7-9212-08AF10325BF1}" dt="2026-04-20T05:35:38.638" v="117" actId="20577"/>
          <ac:spMkLst>
            <pc:docMk/>
            <pc:sldMk cId="0" sldId="256"/>
            <ac:spMk id="16" creationId="{A7AA51DE-E8D7-A1B4-BC0D-B25C8A0C467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I.MOHITH SAI VENKAT – VTU26456 – 23UECS0739</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a:latin typeface="Cambria" panose="02040503050406030204" pitchFamily="18" charset="0"/>
                <a:ea typeface="Cambria" panose="02040503050406030204" pitchFamily="18" charset="0"/>
              </a:rPr>
              <a:t>Course </a:t>
            </a:r>
            <a:r>
              <a:rPr lang="en-US" sz="3000" b="1" dirty="0">
                <a:latin typeface="Cambria" panose="02040503050406030204" pitchFamily="18" charset="0"/>
                <a:ea typeface="Cambria" panose="02040503050406030204" pitchFamily="18" charset="0"/>
              </a:rPr>
              <a:t>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12 – Industry , Infrastructure , Reducing Paper usage</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F5ABF51-224E-A4B3-0F17-DD1B30FD5C42}"/>
              </a:ext>
            </a:extLst>
          </p:cNvPr>
          <p:cNvPicPr>
            <a:picLocks noChangeAspect="1"/>
          </p:cNvPicPr>
          <p:nvPr/>
        </p:nvPicPr>
        <p:blipFill>
          <a:blip r:embed="rId3"/>
          <a:stretch>
            <a:fillRect/>
          </a:stretch>
        </p:blipFill>
        <p:spPr>
          <a:xfrm>
            <a:off x="2971800" y="1987112"/>
            <a:ext cx="12801599" cy="69761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9DFF647-5D56-FE17-D664-984FD8897A82}"/>
              </a:ext>
            </a:extLst>
          </p:cNvPr>
          <p:cNvPicPr>
            <a:picLocks noChangeAspect="1"/>
          </p:cNvPicPr>
          <p:nvPr/>
        </p:nvPicPr>
        <p:blipFill>
          <a:blip r:embed="rId3"/>
          <a:stretch>
            <a:fillRect/>
          </a:stretch>
        </p:blipFill>
        <p:spPr>
          <a:xfrm>
            <a:off x="2451952" y="1866900"/>
            <a:ext cx="13626248" cy="762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3AEBC56-8815-0468-A265-945479B46CB2}"/>
              </a:ext>
            </a:extLst>
          </p:cNvPr>
          <p:cNvPicPr>
            <a:picLocks noChangeAspect="1"/>
          </p:cNvPicPr>
          <p:nvPr/>
        </p:nvPicPr>
        <p:blipFill>
          <a:blip r:embed="rId3"/>
          <a:stretch>
            <a:fillRect/>
          </a:stretch>
        </p:blipFill>
        <p:spPr>
          <a:xfrm>
            <a:off x="2286000" y="1266284"/>
            <a:ext cx="13227319" cy="8296816"/>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2D54982-991E-A9B6-D753-CE2949723E25}"/>
              </a:ext>
            </a:extLst>
          </p:cNvPr>
          <p:cNvPicPr>
            <a:picLocks noChangeAspect="1"/>
          </p:cNvPicPr>
          <p:nvPr/>
        </p:nvPicPr>
        <p:blipFill>
          <a:blip r:embed="rId3"/>
          <a:stretch>
            <a:fillRect/>
          </a:stretch>
        </p:blipFill>
        <p:spPr>
          <a:xfrm>
            <a:off x="2529439" y="1290099"/>
            <a:ext cx="13320161" cy="8120601"/>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EA86A41-BC02-8A75-97D4-C53D138DEFCA}"/>
              </a:ext>
            </a:extLst>
          </p:cNvPr>
          <p:cNvPicPr>
            <a:picLocks noChangeAspect="1"/>
          </p:cNvPicPr>
          <p:nvPr/>
        </p:nvPicPr>
        <p:blipFill>
          <a:blip r:embed="rId3"/>
          <a:stretch>
            <a:fillRect/>
          </a:stretch>
        </p:blipFill>
        <p:spPr>
          <a:xfrm>
            <a:off x="1971996" y="1253699"/>
            <a:ext cx="6994822" cy="7716327"/>
          </a:xfrm>
          <a:prstGeom prst="rect">
            <a:avLst/>
          </a:prstGeom>
        </p:spPr>
      </p:pic>
      <p:pic>
        <p:nvPicPr>
          <p:cNvPr id="38" name="Picture 37">
            <a:extLst>
              <a:ext uri="{FF2B5EF4-FFF2-40B4-BE49-F238E27FC236}">
                <a16:creationId xmlns:a16="http://schemas.microsoft.com/office/drawing/2014/main" id="{EC4A4200-3569-517D-BDEF-C3022A294E64}"/>
              </a:ext>
            </a:extLst>
          </p:cNvPr>
          <p:cNvPicPr>
            <a:picLocks noChangeAspect="1"/>
          </p:cNvPicPr>
          <p:nvPr/>
        </p:nvPicPr>
        <p:blipFill>
          <a:blip r:embed="rId4"/>
          <a:stretch>
            <a:fillRect/>
          </a:stretch>
        </p:blipFill>
        <p:spPr>
          <a:xfrm>
            <a:off x="9305943" y="1283846"/>
            <a:ext cx="6582697" cy="7716327"/>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90500"/>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a:extLst>
              <a:ext uri="{FF2B5EF4-FFF2-40B4-BE49-F238E27FC236}">
                <a16:creationId xmlns:a16="http://schemas.microsoft.com/office/drawing/2014/main" id="{3441B8A2-0950-2704-FF9E-D387CEFAEAD7}"/>
              </a:ext>
            </a:extLst>
          </p:cNvPr>
          <p:cNvPicPr>
            <a:picLocks noChangeAspect="1"/>
          </p:cNvPicPr>
          <p:nvPr/>
        </p:nvPicPr>
        <p:blipFill>
          <a:blip r:embed="rId3"/>
          <a:stretch>
            <a:fillRect/>
          </a:stretch>
        </p:blipFill>
        <p:spPr>
          <a:xfrm>
            <a:off x="8609023" y="1409700"/>
            <a:ext cx="7620001" cy="8077199"/>
          </a:xfrm>
          <a:prstGeom prst="rect">
            <a:avLst/>
          </a:prstGeom>
        </p:spPr>
      </p:pic>
      <p:pic>
        <p:nvPicPr>
          <p:cNvPr id="40" name="Picture 39">
            <a:extLst>
              <a:ext uri="{FF2B5EF4-FFF2-40B4-BE49-F238E27FC236}">
                <a16:creationId xmlns:a16="http://schemas.microsoft.com/office/drawing/2014/main" id="{57AC8C6E-CD68-5E48-128E-436FA1C5EAB4}"/>
              </a:ext>
            </a:extLst>
          </p:cNvPr>
          <p:cNvPicPr>
            <a:picLocks noChangeAspect="1"/>
          </p:cNvPicPr>
          <p:nvPr/>
        </p:nvPicPr>
        <p:blipFill>
          <a:blip r:embed="rId4"/>
          <a:stretch>
            <a:fillRect/>
          </a:stretch>
        </p:blipFill>
        <p:spPr>
          <a:xfrm>
            <a:off x="1920008" y="1409700"/>
            <a:ext cx="6310533" cy="8077199"/>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653</TotalTime>
  <Words>781</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Times New Roman</vt:lpstr>
      <vt:lpstr>Gotham</vt:lpstr>
      <vt:lpstr>Wingdings</vt:lpstr>
      <vt:lpstr>Calibri</vt:lpstr>
      <vt:lpstr>Cambria</vt:lpstr>
      <vt:lpstr>Arial</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immadisetty mohith</cp:lastModifiedBy>
  <cp:revision>29</cp:revision>
  <dcterms:created xsi:type="dcterms:W3CDTF">2006-08-16T00:00:00Z</dcterms:created>
  <dcterms:modified xsi:type="dcterms:W3CDTF">2026-04-20T05:35:45Z</dcterms:modified>
  <dc:identifier>DAHCaYqJ9OU</dc:identifier>
</cp:coreProperties>
</file>